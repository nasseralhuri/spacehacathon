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Default Extension="jpg" ContentType="image/jpeg"/>
</Types>
</file>

<file path=_rels/.rels><?xml version='1.0' encoding='UTF-8' standalone='yes'?>
<Relationships xmlns="http://schemas.openxmlformats.org/package/2006/relationships"><Relationship Id="R3693a4a3df8e49e7" Type="http://schemas.openxmlformats.org/officeDocument/2006/relationships/officeDocument" Target="ppt/presentation.xml"/><Relationship Id="R6552255447814ca8" Type="http://schemas.openxmlformats.org/officeDocument/2006/relationships/extended-properties" Target="docProps/app.xml"/><Relationship Id="Rc42f4ba6dd6348c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7e29670fc4762"/>
  </p:sldMasterIdLst>
  <p:notesMasterIdLst>
    <p:notesMasterId xmlns:r="http://schemas.openxmlformats.org/officeDocument/2006/relationships" r:id="R28d2207b92b74de5"/>
  </p:notesMasterIdLst>
  <p:sldIdLst>
    <p:sldId xmlns:r="http://schemas.openxmlformats.org/officeDocument/2006/relationships" id="256" r:id="Rf4dfa02a48924dcf"/>
    <p:sldId xmlns:r="http://schemas.openxmlformats.org/officeDocument/2006/relationships" id="257" r:id="R0250ceb3d43b4cc6"/>
    <p:sldId xmlns:r="http://schemas.openxmlformats.org/officeDocument/2006/relationships" id="258" r:id="Rc4430c007319428f"/>
    <p:sldId xmlns:r="http://schemas.openxmlformats.org/officeDocument/2006/relationships" id="259" r:id="Rb75867a560004dce"/>
    <p:sldId xmlns:r="http://schemas.openxmlformats.org/officeDocument/2006/relationships" id="260" r:id="Ra6ab6ed3f820402b"/>
    <p:sldId xmlns:r="http://schemas.openxmlformats.org/officeDocument/2006/relationships" id="261" r:id="Rccdadf42f21b4c97"/>
    <p:sldId xmlns:r="http://schemas.openxmlformats.org/officeDocument/2006/relationships" id="262" r:id="R3b750980735b4ee1"/>
    <p:sldId xmlns:r="http://schemas.openxmlformats.org/officeDocument/2006/relationships" id="263" r:id="R5c132eb2fd26463b"/>
    <p:sldId xmlns:r="http://schemas.openxmlformats.org/officeDocument/2006/relationships" id="264" r:id="R1e6dfe076abe496f"/>
    <p:sldId xmlns:r="http://schemas.openxmlformats.org/officeDocument/2006/relationships" id="265" r:id="R7dcee3cb8d6f4bc1"/>
    <p:sldId xmlns:r="http://schemas.openxmlformats.org/officeDocument/2006/relationships" id="266" r:id="Rb133d68c9d5a4136"/>
    <p:sldId xmlns:r="http://schemas.openxmlformats.org/officeDocument/2006/relationships" id="267" r:id="R9916258caeda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50ceb3d43b4cc6" Type="http://schemas.openxmlformats.org/officeDocument/2006/relationships/slide" Target="slides/slide2.xml"/><Relationship Id="R1e6dfe076abe496f" Type="http://schemas.openxmlformats.org/officeDocument/2006/relationships/slide" Target="slides/slide9.xml"/><Relationship Id="R28d2207b92b74de5" Type="http://schemas.openxmlformats.org/officeDocument/2006/relationships/notesMaster" Target="notesMasters/notesMaster1.xml"/><Relationship Id="R3b750980735b4ee1" Type="http://schemas.openxmlformats.org/officeDocument/2006/relationships/slide" Target="slides/slide7.xml"/><Relationship Id="R4d6c77690adf4604" Type="http://schemas.openxmlformats.org/officeDocument/2006/relationships/presProps" Target="presProps.xml"/><Relationship Id="R5c132eb2fd26463b" Type="http://schemas.openxmlformats.org/officeDocument/2006/relationships/slide" Target="slides/slide8.xml"/><Relationship Id="R6e6162d7dfe84cbc" Type="http://schemas.openxmlformats.org/officeDocument/2006/relationships/tableStyles" Target="tableStyles.xml"/><Relationship Id="R7dcee3cb8d6f4bc1" Type="http://schemas.openxmlformats.org/officeDocument/2006/relationships/slide" Target="slides/slide10.xml"/><Relationship Id="R9916258caeda435b" Type="http://schemas.openxmlformats.org/officeDocument/2006/relationships/slide" Target="slides/slide12.xml"/><Relationship Id="Ra6ab6ed3f820402b" Type="http://schemas.openxmlformats.org/officeDocument/2006/relationships/slide" Target="slides/slide5.xml"/><Relationship Id="Rb133d68c9d5a4136" Type="http://schemas.openxmlformats.org/officeDocument/2006/relationships/slide" Target="slides/slide11.xml"/><Relationship Id="Rb75867a560004dce" Type="http://schemas.openxmlformats.org/officeDocument/2006/relationships/slide" Target="slides/slide4.xml"/><Relationship Id="Rc437e29670fc4762" Type="http://schemas.openxmlformats.org/officeDocument/2006/relationships/slideMaster" Target="slideMasters/slideMaster1.xml"/><Relationship Id="Rc4430c007319428f" Type="http://schemas.openxmlformats.org/officeDocument/2006/relationships/slide" Target="slides/slide3.xml"/><Relationship Id="Rccdadf42f21b4c97" Type="http://schemas.openxmlformats.org/officeDocument/2006/relationships/slide" Target="slides/slide6.xml"/><Relationship Id="Rf4dfa02a48924dcf" Type="http://schemas.openxmlformats.org/officeDocument/2006/relationships/slide" Target="slides/slide1.xml"/><Relationship Id="Rf53a525ea8854bba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fa2e0fd69a3349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73d77c67c744317" Type="http://schemas.openxmlformats.org/officeDocument/2006/relationships/slide" Target="../slides/slide1.xml"/><Relationship Id="Rfa49527aba2d4f7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478ecf759324999" Type="http://schemas.openxmlformats.org/officeDocument/2006/relationships/slide" Target="../slides/slide2.xml"/><Relationship Id="R4fa24c1447764d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c22d4e312e44b7d" Type="http://schemas.openxmlformats.org/officeDocument/2006/relationships/notesMaster" Target="../notesMasters/notesMaster1.xml"/><Relationship Id="R92907f49f6454ce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81dcdbac2b2496d" Type="http://schemas.openxmlformats.org/officeDocument/2006/relationships/slide" Target="../slides/slide4.xml"/><Relationship Id="R9a70b6d910a24eb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a2c2a53e3134dca" Type="http://schemas.openxmlformats.org/officeDocument/2006/relationships/slide" Target="../slides/slide5.xml"/><Relationship Id="Re1c99c894b7947c4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a56d29ef21e43fb" Type="http://schemas.openxmlformats.org/officeDocument/2006/relationships/notesMaster" Target="../notesMasters/notesMaster1.xml"/><Relationship Id="R491073043e3b4e46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c26f76a1087a4b08" Type="http://schemas.openxmlformats.org/officeDocument/2006/relationships/slide" Target="../slides/slide7.xml"/><Relationship Id="Rd6c34493f1b5452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fbde23b5e8d4439" Type="http://schemas.openxmlformats.org/officeDocument/2006/relationships/notesMaster" Target="../notesMasters/notesMaster1.xml"/><Relationship Id="Re9092800c4324b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a44250feb2442d1" Type="http://schemas.openxmlformats.org/officeDocument/2006/relationships/notesMaster" Target="../notesMasters/notesMaster1.xml"/><Relationship Id="Rb12be31a4e5644b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767554c143143bb" Type="http://schemas.openxmlformats.org/officeDocument/2006/relationships/notesMaster" Target="../notesMasters/notesMaster1.xml"/><Relationship Id="R81250bf7da7b4c5a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1e40fcc85dda47ef" Type="http://schemas.openxmlformats.org/officeDocument/2006/relationships/slide" Target="../slides/slide11.xml"/><Relationship Id="Rcdba83be9dde47cd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6a38918db327455b" Type="http://schemas.openxmlformats.org/officeDocument/2006/relationships/notesMaster" Target="../notesMasters/notesMaster1.xml"/><Relationship Id="Re9ce5055cb5942fe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docs/Local-Review.md, results/local-greenery-audit.json and unchanged planning-cells.csv. Local observer: Abdulrahman Almohannadi; reports recorded 6 October 2026, observation date unspecified. Street View link supplied by Nasser: https://maps.app.goo.gl/gPEzxW3NFqErPWNP8 . Panorama McFzT23rIzQ4UJTSgSHFCQ, capture March 2023. Camera 25.7175476, 51.5145504 is inside V04-23, about 84 m from its centre, not a surveyed sign coordinate. It provides historical context, historical imagery, supplemented by Nasser's firsthand report. Some tree shadow is visible; shade varies. Nasser reports visiting the sites and confirms the described physical situation is the same as in September 2026; exact visit dates were not supplied. No passenger counts, cooling benefits or design recommendations are established. Street View imagery is linked, not redistributed. Google guidance: https://about.google/brand-resource-center/products-and-services/geo-guidelines/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 Local review is a separate evidence stage. It does not alter the satellite ranking or create a human-use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results/local-review-map.png, packaged Sentinel-2 RGB 30 September 2026, app/local-review.json, aoi.geojson and unchanged planning-cells.geojson. Labels identify the full 300 m polygons. Teal dashed line is the analyst-defined study boundary. Local location names and uses are from Abdulrahman; Nasser confirms site visits and unchanged physical conditions relative to September 2026; exact visit dates unspecified, detailed assessment pending. V04-23 and V04-24 are adjacent; a nearby farmers market has not been assigned to a cell. Street View marker is the historical camera, not an exact stop point. Contains modified Copernicus Sentinel data (2026).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 Updated display uses the two unchanged common-temp rasters with a common 30–60 °C scale. The rejected 6 September date is explained in text instead of an empty map; its exclusion record is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 Local observations: docs/Local-Review.md; Nasser confirms site visits; detailed assessment pending. V04-23 maxima are 0.26262 and 0.24985; matched-support shares at diagnostic threshold 0.20 are 2.7222% and 0.3889%. Nasser confirms roadside trees and unchanged physical conditions relative to September 2026 from site visits; exact visit dates were not supplied. This does not validate the optical threshold or vegetation health. Scenario ranks remain unchanged; no unique certified intervention site. The fixed score weights remain 50% heat, 30% inverse green, 20% mapped buildings.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 These are rule-agreement checks on contributed positive reference points, not overall accuracy. The separate local pixel audit reproduces the baseline V04-23 result; it is not independent thermal or vegetation calibration.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 No additional thermal date or historical change measurement was added in this local-review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Nasser selected responsibilities on 5 October 2026. Abdulrahman supplied the observations in the teammate notes, recorded 6 October 2026. Nasser reports visiting the sites and confirms the described physical situation is the same as in September 2026. Exact visit dates were not supplied; detailed measurements remain pending. Other members retain the assigned responsibilities, without claimed completion. Repository visibility verified public; submission requires final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 Instructor recommended Copernicus Browser (https://browser.dataspace.copernicus.eu/ ; official documentation checked: https://documentation.dataspace.copernicus.eu/Applications/Browser.html), NASA Earthdata supplied dashboard link (https://earthdata.nasa.gov/dashboard ; exact destination unconfirmed), Bellingcat geolocation toolkit (https://bellingcat.gitbook.io/toolkit/categories/geolocation ; checked). NASA Worldview was an additional suggestion, not the instructor exact link. No data provenance was changed to these portals. Full supplied instructor links and verification status are in docs/Discovery-Resources.md. Earth Search remains optical download provenance and Planetary Computer thermal provenance. WorldCover DOI and OSM licence above are retained. Street View reference is linked, capture March 2023; no Google imagery redistributed.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9bb25de3aa74bb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121c661741a40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692fd8dd26940b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68796ea9dc14f9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6b10bcb2ec09413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97391c8dd4d479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a2e35cbca445b6" Type="http://schemas.openxmlformats.org/officeDocument/2006/relationships/slideLayout" Target="../slideLayouts/slideLayout1.xml"/><Relationship Id="R1efd1f59c2ea4a76" Type="http://schemas.openxmlformats.org/officeDocument/2006/relationships/slideLayout" Target="../slideLayouts/slideLayout6.xml"/><Relationship Id="R4babc2ac96dd42ea" Type="http://schemas.openxmlformats.org/officeDocument/2006/relationships/slideLayout" Target="../slideLayouts/slideLayout3.xml"/><Relationship Id="R81dba8897ec84de9" Type="http://schemas.openxmlformats.org/officeDocument/2006/relationships/theme" Target="theme/theme2.xml"/><Relationship Id="Ra5cbe0d6cd41483f" Type="http://schemas.openxmlformats.org/officeDocument/2006/relationships/slideLayout" Target="../slideLayouts/slideLayout2.xml"/><Relationship Id="Rab3c85198230416a" Type="http://schemas.openxmlformats.org/officeDocument/2006/relationships/slideLayout" Target="../slideLayouts/slideLayout4.xml"/><Relationship Id="Rab95646195c74f4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2e35cbca445b6"/>
    <p:sldLayoutId xmlns:r="http://schemas.openxmlformats.org/officeDocument/2006/relationships" id="2147483650" r:id="Ra5cbe0d6cd41483f"/>
    <p:sldLayoutId xmlns:r="http://schemas.openxmlformats.org/officeDocument/2006/relationships" id="2147483651" r:id="R4babc2ac96dd42ea"/>
    <p:sldLayoutId xmlns:r="http://schemas.openxmlformats.org/officeDocument/2006/relationships" id="2147483652" r:id="Rab3c85198230416a"/>
    <p:sldLayoutId xmlns:r="http://schemas.openxmlformats.org/officeDocument/2006/relationships" id="2147483653" r:id="Rab95646195c74f4a"/>
    <p:sldLayoutId xmlns:r="http://schemas.openxmlformats.org/officeDocument/2006/relationships" id="2147483654" r:id="R1efd1f59c2e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f8d7d45a134f46" Type="http://schemas.openxmlformats.org/officeDocument/2006/relationships/slideLayout" Target="../slideLayouts/slideLayout6.xml"/><Relationship Id="Rbb2301b54e7d4a2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9c212b9138f464c" Type="http://schemas.openxmlformats.org/officeDocument/2006/relationships/notesSlide" Target="../notesSlides/notesSlide2.xml"/><Relationship Id="Rbe0e7dab23d54b1f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25e51386f8bf4de7" Type="http://schemas.openxmlformats.org/officeDocument/2006/relationships/slideLayout" Target="../slideLayouts/slideLayout6.xml"/><Relationship Id="R4aa0c2442eb7485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83dd6c58abe4679" Type="http://schemas.openxmlformats.org/officeDocument/2006/relationships/slideLayout" Target="../slideLayouts/slideLayout6.xml"/><Relationship Id="Rc6b97ecee15f44f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906da37a13a440b" Type="http://schemas.openxmlformats.org/officeDocument/2006/relationships/notesSlide" Target="../notesSlides/notesSlide5.xml"/><Relationship Id="Rb29b191e2ffb49bd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676d3710e6e4e8d" Type="http://schemas.openxmlformats.org/officeDocument/2006/relationships/notesSlide" Target="../notesSlides/notesSlide6.xml"/><Relationship Id="R243742fd3c8d4d0c" Type="http://schemas.openxmlformats.org/officeDocument/2006/relationships/slideLayout" Target="../slideLayouts/slideLayout6.xml"/><Relationship Id="Re0168ebde06e4c1b" Type="http://schemas.openxmlformats.org/officeDocument/2006/relationships/image" Target="../media/image.png"/><Relationship Id="rId4" Type="http://schemas.openxmlformats.org/officeDocument/2006/relationships/image" Target="../media/image1.pn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8f42fadd3d094151" Type="http://schemas.openxmlformats.org/officeDocument/2006/relationships/image" Target="../media/image2.png"/><Relationship Id="Rcb2b3595c5e241e8" Type="http://schemas.openxmlformats.org/officeDocument/2006/relationships/slideLayout" Target="../slideLayouts/slideLayout6.xml"/><Relationship Id="Rd9f31e30777347bc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52d2066fb0b4107" Type="http://schemas.openxmlformats.org/officeDocument/2006/relationships/notesSlide" Target="../notesSlides/notesSlide8.xml"/><Relationship Id="Rbe2c44bc397e4d6c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b5efbc4c5b4e4039" Type="http://schemas.openxmlformats.org/officeDocument/2006/relationships/notesSlide" Target="../notesSlides/notesSlide9.xml"/><Relationship Id="Rfad4fc765170434a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668edc67a8ae4abb" Type="http://schemas.openxmlformats.org/officeDocument/2006/relationships/notesSlide" Target="../notesSlides/notesSlide10.xml"/><Relationship Id="R8677e58fe7f34e27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d74ea5f0c5249d6" Type="http://schemas.openxmlformats.org/officeDocument/2006/relationships/notesSlide" Target="../notesSlides/notesSlide11.xml"/><Relationship Id="Rf7df3068b9144b09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2b9c89852ae4bd1" Type="http://schemas.openxmlformats.org/officeDocument/2006/relationships/slideLayout" Target="../slideLayouts/slideLayout6.xml"/><Relationship Id="Rb7ba90fa2b4f46b7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and local evidence for heat-protection site assessments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Find hot cells, then check who uses them and when.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screening helps organise visits; local review adds context about shade, access and planned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Human exposure has not been measured. Trees, shelters and safer routes are options to assess.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Bus-stop site assessment: V04-23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Satellite: 50.4 °C mean of two cell medians; 0% detected green pixels at the current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Local evidence: roadside trees, no shelter and limited walking access; Nasser confirms site visits.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check: waiting-time shade, passenger use, route safety,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300 m values are not stop measurements. Nasser confirms unchanged physical conditions; visit dates unspecified.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No hyperspectral, 813 or proprietary VHR data are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Local review + map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Use and shade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Site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External AI land cover: WorldCover for heat screening; Dynamic World in a separate experiment. QA/ranking are rule based. No new model trained.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presentation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Team-selected examples; all 1,111 observed cells and 373 candidates remain. The satellite top three are unchanged.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V04-23-01.jpeg" descr="V04-23 | Bus-stop road; V04-23-01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04" y="2314575"/>
            <a:ext cx="3474720" cy="1954529"/>
          </a:xfrm>
          <a:prstGeom prst="rect">
            <a:avLst/>
          </a:prstGeom>
        </p:spPr>
      </p:pic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V04-23 | Bus-stop road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60990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Trees and stop sign; no shelter visible.</a:t>
            </a:r>
          </a:p>
        </p:txBody>
      </p:sp>
      <p:pic xmlns:a="http://schemas.openxmlformats.org/drawingml/2006/main" xmlns:r="http://schemas.openxmlformats.org/officeDocument/2006/relationships">
        <p:nvPicPr>
          <p:cNvPr id="8" name="V28-17-04.jpeg" descr="V28-17 | Stadium parking; V28-17-04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6192" y="1691640"/>
            <a:ext cx="1800225" cy="3200400"/>
          </a:xfrm>
          <a:prstGeom prst="rect">
            <a:avLst/>
          </a:prstGeom>
        </p:spPr>
      </p:pic>
      <p:sp xmlns:a="http://schemas.openxmlformats.org/drawingml/2006/main">
        <p:nvSpPr>
          <p:cNvPr id="9" name="TextBox 8"/>
          <p:cNvSpPr txBox="1"/>
          <p:nvPr/>
        </p:nvSpPr>
        <p:spPr>
          <a:xfrm>
            <a:off x="435894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V28-17 | Stadium parking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435894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Stadium and parking; use unmeasured.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V18-26-02.jpeg" descr="V18-26 | Jogging route; V18-26-02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5232" y="1691640"/>
            <a:ext cx="1800225" cy="3200400"/>
          </a:xfrm>
          <a:prstGeom prst="rect">
            <a:avLst/>
          </a:prstGeom>
        </p:spPr>
      </p:pic>
      <p:sp xmlns:a="http://schemas.openxmlformats.org/drawingml/2006/main">
        <p:nvSpPr>
          <p:cNvPr id="12" name="TextBox 11"/>
          <p:cNvSpPr txBox="1"/>
          <p:nvPr/>
        </p:nvSpPr>
        <p:spPr>
          <a:xfrm>
            <a:off x="810798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V18-26 | Jogging route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10798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Marked path beside road and sandy ground.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09904" y="5513832"/>
            <a:ext cx="1097280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20" b="0">
                <a:solidFill>
                  <a:srgbClr val="163D46"/>
                </a:solidFill>
                <a:latin typeface="Bitstream Charter"/>
              </a:rPr>
              <a:t>8 October 2026 | 13:00–14:00 Qatar (UTC+3) | Shared capture window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09904" y="5815584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26569"/>
                </a:solidFill>
                <a:latin typeface="Bitstream Charter"/>
              </a:rPr>
              <a:t>Photographer: Abdulrahman Almohannadi | Confirmed by Nasser, not EXIF | Exact per-file time: Unknown</a:t>
            </a:r>
          </a:p>
        </p:txBody>
      </p:sp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fadd3d094151"/>
          <a:stretch xmlns:a="http://schemas.openxmlformats.org/drawingml/2006/main"/>
        </p:blipFill>
        <p:spPr>
          <a:xfrm xmlns:a="http://schemas.openxmlformats.org/drawingml/2006/main">
            <a:off x="1081088" y="1295400"/>
            <a:ext cx="10029825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Three examples for site investigation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Case study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V18-26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47.47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0.0386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203–336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Bus stop: waiting-area shade. Stadium: event use. Jogging route: reported lack of path shade. Photos received; use and detailed shade unmeasured.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Team-selected examples, not the top three ranks. V18-26 ranks 275/373; hospital land stays in the full results. Visits do not measure use or shade.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5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V18-26: 48.02/46.92°C; 72% coverage. Scenario ranges are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NDVI &gt;=0.30 at 24/25 grass references and 0/30 building references. All 30 coastal references are excluded from retained thermal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Completed: satellite screening, sensitivity checks, local examples and assistant review of 18 sites across four dates.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detailed shade, use and access checks plus planner feedback; evaluate inspection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Limited Dynamic World experiment: common coverage 30.94% (50% gate). Independent scientific validation pending; 2023 deferred.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coordination, site-visit confirmation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supplied 11 photos + one video; project review remains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practise the presentation and explain the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demonstrate the project and prepare judge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Photographed-site visits and supplied media collection confirmed by Nasser. Detailed assessment, member reviews and rehearsals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sources: Copernicus Sentinel, Landsat (USGS), WorldCover 2021, OSM; separate experimental Dynamic World exports (2021,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Credits: modified Copernicus Sentinel data (2026); Landsat courtesy USGS; WorldCover CC BY 4.0; OSM ODbL.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Dynamic World, CC BY 4.0: This dataset is produced for the Dynamic World Project by Google in partnership with National Geographic Society and the World Resources Institute.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Field photos: Abdulrahman Almohannadi, 8 October 2026, shared 13:00–14:00 Qatar (UTC+3) window. Confirmed by Nasser, not EXIF; exact per-file times Unknown.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Modified Copernicus Sentinel data (2021, 2026). Full sources, licences and experimental limits accompany the package.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2026-10-06T07:29:07.9420000Z</dcterms:created>
  <dcterms:modified xsi:type="dcterms:W3CDTF">2026-10-06T07:29:07.9420000Z</dcterms:modified>
</coreProperties>
</file>