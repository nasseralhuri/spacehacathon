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db83c98fd245d3" /><Relationship Type="http://schemas.openxmlformats.org/officeDocument/2006/relationships/extended-properties" Target="/docProps/app.xml" Id="R60e23c8e9bac44db" /><Relationship Type="http://schemas.openxmlformats.org/officeDocument/2006/relationships/officeDocument" Target="/ppt/presentation.xml" Id="R0a7148e38a854c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a7009cf8e744ee"/>
  </p:sldMasterIdLst>
  <p:notesMasterIdLst>
    <p:notesMasterId xmlns:r="http://schemas.openxmlformats.org/officeDocument/2006/relationships" r:id="R235bd7e8e53a4bf3"/>
  </p:notesMasterIdLst>
  <p:sldIdLst>
    <p:sldId xmlns:r="http://schemas.openxmlformats.org/officeDocument/2006/relationships" id="256" r:id="Rd9a1fdf8d16d48d4"/>
    <p:sldId xmlns:r="http://schemas.openxmlformats.org/officeDocument/2006/relationships" id="257" r:id="Rd5854f3ed8a94889"/>
    <p:sldId xmlns:r="http://schemas.openxmlformats.org/officeDocument/2006/relationships" id="258" r:id="Rd04dda95d7f84c87"/>
    <p:sldId xmlns:r="http://schemas.openxmlformats.org/officeDocument/2006/relationships" id="259" r:id="R8d5e1eaee84146ef"/>
    <p:sldId xmlns:r="http://schemas.openxmlformats.org/officeDocument/2006/relationships" id="260" r:id="Ra319be216f944813"/>
    <p:sldId xmlns:r="http://schemas.openxmlformats.org/officeDocument/2006/relationships" id="261" r:id="Re037c46e76b34f9a"/>
    <p:sldId xmlns:r="http://schemas.openxmlformats.org/officeDocument/2006/relationships" id="262" r:id="R7b6622cb1e90437e"/>
    <p:sldId xmlns:r="http://schemas.openxmlformats.org/officeDocument/2006/relationships" id="263" r:id="R18e1387fdd1d4f64"/>
    <p:sldId xmlns:r="http://schemas.openxmlformats.org/officeDocument/2006/relationships" id="264" r:id="R4b07a4b6df7d4ed9"/>
    <p:sldId xmlns:r="http://schemas.openxmlformats.org/officeDocument/2006/relationships" id="265" r:id="R79ea4d32003d46b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b1010e29ce4509" /><Relationship Type="http://schemas.openxmlformats.org/officeDocument/2006/relationships/slideMaster" Target="/ppt/slideMasters/slideMaster1.xml" Id="R9da7009cf8e744ee" /><Relationship Type="http://schemas.openxmlformats.org/officeDocument/2006/relationships/notesMaster" Target="/ppt/notesMasters/notesMaster1.xml" Id="R235bd7e8e53a4bf3" /><Relationship Type="http://schemas.openxmlformats.org/officeDocument/2006/relationships/presProps" Target="/ppt/presProps.xml" Id="R3392058fecd341cc" /><Relationship Type="http://schemas.openxmlformats.org/officeDocument/2006/relationships/tableStyles" Target="/ppt/tableStyles.xml" Id="Refb1269d96b84d16" /><Relationship Type="http://schemas.openxmlformats.org/officeDocument/2006/relationships/slide" Target="/ppt/slides/slide1.xml" Id="Rd9a1fdf8d16d48d4" /><Relationship Type="http://schemas.openxmlformats.org/officeDocument/2006/relationships/slide" Target="/ppt/slides/slide2.xml" Id="Rd5854f3ed8a94889" /><Relationship Type="http://schemas.openxmlformats.org/officeDocument/2006/relationships/slide" Target="/ppt/slides/slide3.xml" Id="Rd04dda95d7f84c87" /><Relationship Type="http://schemas.openxmlformats.org/officeDocument/2006/relationships/slide" Target="/ppt/slides/slide4.xml" Id="R8d5e1eaee84146ef" /><Relationship Type="http://schemas.openxmlformats.org/officeDocument/2006/relationships/slide" Target="/ppt/slides/slide5.xml" Id="Ra319be216f944813" /><Relationship Type="http://schemas.openxmlformats.org/officeDocument/2006/relationships/slide" Target="/ppt/slides/slide6.xml" Id="Re037c46e76b34f9a" /><Relationship Type="http://schemas.openxmlformats.org/officeDocument/2006/relationships/slide" Target="/ppt/slides/slide7.xml" Id="R7b6622cb1e90437e" /><Relationship Type="http://schemas.openxmlformats.org/officeDocument/2006/relationships/slide" Target="/ppt/slides/slide8.xml" Id="R18e1387fdd1d4f64" /><Relationship Type="http://schemas.openxmlformats.org/officeDocument/2006/relationships/slide" Target="/ppt/slides/slide9.xml" Id="R4b07a4b6df7d4ed9" /><Relationship Type="http://schemas.openxmlformats.org/officeDocument/2006/relationships/slide" Target="/ppt/slides/slide10.xml" Id="R79ea4d32003d46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2f4ce5e48344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469fb98ac240f1" /><Relationship Type="http://schemas.openxmlformats.org/officeDocument/2006/relationships/notesMaster" Target="/ppt/notesMasters/notesMaster1.xml" Id="Rb42ce63b254740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529911bdb34d64" /><Relationship Type="http://schemas.openxmlformats.org/officeDocument/2006/relationships/notesMaster" Target="/ppt/notesMasters/notesMaster1.xml" Id="R8cc3eb3645ed48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09bd1de332467a" /><Relationship Type="http://schemas.openxmlformats.org/officeDocument/2006/relationships/notesMaster" Target="/ppt/notesMasters/notesMaster1.xml" Id="R7c3ce118a01943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7a904592ad42cc" /><Relationship Type="http://schemas.openxmlformats.org/officeDocument/2006/relationships/notesMaster" Target="/ppt/notesMasters/notesMaster1.xml" Id="R6e7b13c709cc43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4d29fc93544e3d" /><Relationship Type="http://schemas.openxmlformats.org/officeDocument/2006/relationships/notesMaster" Target="/ppt/notesMasters/notesMaster1.xml" Id="R217f4caed06f4d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acb7c5f44b48b0" /><Relationship Type="http://schemas.openxmlformats.org/officeDocument/2006/relationships/notesMaster" Target="/ppt/notesMasters/notesMaster1.xml" Id="R900b81aba8d84b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bf15d686a94d84" /><Relationship Type="http://schemas.openxmlformats.org/officeDocument/2006/relationships/notesMaster" Target="/ppt/notesMasters/notesMaster1.xml" Id="Raeafe17e73ad4e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cf9f3551bb4153" /><Relationship Type="http://schemas.openxmlformats.org/officeDocument/2006/relationships/notesMaster" Target="/ppt/notesMasters/notesMaster1.xml" Id="Rf5d8c05848644c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73162a54634ecd" /><Relationship Type="http://schemas.openxmlformats.org/officeDocument/2006/relationships/notesMaster" Target="/ppt/notesMasters/notesMaster1.xml" Id="Rcc75b29cc5294e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30bee4b1364eb5" /><Relationship Type="http://schemas.openxmlformats.org/officeDocument/2006/relationships/notesMaster" Target="/ppt/notesMasters/notesMaster1.xml" Id="R3aa39ff1a7b54c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draft. Theme: Urban Expansion, Land Use Change &amp; Heat Risk. The Al Khor README and supplied handover are the sources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1, 2 and 8. The use case is proposed, not validated with users.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scene.json, landsat-scene.json, metadata, README sections 3 and 4. Contains modified Copernicus Sentinel data (2026). Landsat courtesy USGS, doi:10.5066/P9OGBGM6. ESA WorldCover 2021 v200, Zanaga et al. (2022), CC BY 4.0, doi:10.5281/zenodo.7254220. OpenStreetMap contributors, 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results/planning-map.png, results/planning-summary.json and aoi.geojson. WGS84 window 51.445-51.555 E, 25.635-25.730 N. Includes city, northern edge, Al Bayt Stadium and surrounding context. It is not an official administrative boundary. All source-image labels must remain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results/multidate-temperature.png and coastal-multidate-summary.json. The two accepted dates share screened support. Footprint is observed sample area, not total built-up city area. Surface temperature is not air temperature or heat-health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results/planning-summary.json, planning-sensitivity.csv and README section 8. Green-pixel share is thresholded NDVI, not subpixel vegetation fraction. Building coverage is contributed and incomplete. Candidate retained sample footprint totals 31.8195 km².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6 and 8, reference-samples.csv, notebook-verification.json when available. 20/30 coastal references agree with the spectral/QA screen. All 30 OSM water-polygon references disagree, with some contributed polygons spanning dry land. These positive-only agreement tests do not establish overall accuracy. Reproducibility does not establish scientific accuracy. Normal-kernel verification: https://github.com/NasserAlhuri/spaceHacathon/actions/runs/37269889977. Source commit 9781b95a46d86eb858ae9714ee53198ad22cfb6c. The executed notebook was retrieved from artifact 11328001190. All seven regenerated CSV tables match the supplied baseline byte for byte.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2 and 8 and handover. No proprietary VHR imagery or own segmentation model is used. ST_QA reports product uncertainty and does not include every systematic error. Two morning dates cannot establish long-term change.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 9 and handover. Do not invent contributions. Prior dashboard reported two Signed in and three Pending, not rechecked in this workspace. Deadline conflict remains unresolved. Nothing has been submitted.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 sections 3 and 10, DATA-LICENSES.md, scene.json, landsat-scene.json and metadata. These are dataset attributions, not claims of field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142dcc24c84c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3aeba5d14b49c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07d0dbf064b9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8bdc729bc841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82dfa8d1e4465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a17519204d4e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EDD7714-C480-43FC-A47A-552F72BB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20D4BFD-8B9A-4A39-BA88-1C81679BB9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6B710D1C-3F91-4C88-ADFD-B4F54E5E7C3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1FF3A68-0FB4-49BB-83F2-DBC2DEA6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6EE6CC2-1894-4130-BFC1-E12F53C697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72A98FE-A9B2-4420-8B6C-49B01B87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BF7433B-B877-4F7D-8988-C4C549378D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F1B5D70-C4BF-4521-A165-3F7F63AA56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F9F64ED-8F83-4059-944D-0C218E35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D14A448-D16A-4F91-9585-026F9D6235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3B9ABC2-F42A-46F7-A073-6AC0190B8E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23B4821-99AE-4936-9210-9F6A140C47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D70C221-C50F-4A29-8C19-5DAD3C22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4081264-31A8-4FB8-B8BE-0736AEE283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E35C9B9-D91F-4362-8F2F-191A6A6899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1ac9bea1a74904" /><Relationship Type="http://schemas.openxmlformats.org/officeDocument/2006/relationships/slideLayout" Target="/ppt/slideLayouts/slideLayout1.xml" Id="R6f6b47049fb14a9e" /><Relationship Type="http://schemas.openxmlformats.org/officeDocument/2006/relationships/slideLayout" Target="/ppt/slideLayouts/slideLayout2.xml" Id="R76b0c59d321642fb" /><Relationship Type="http://schemas.openxmlformats.org/officeDocument/2006/relationships/slideLayout" Target="/ppt/slideLayouts/slideLayout3.xml" Id="Re8032767f81e4f80" /><Relationship Type="http://schemas.openxmlformats.org/officeDocument/2006/relationships/slideLayout" Target="/ppt/slideLayouts/slideLayout4.xml" Id="R588a25390ad1443e" /><Relationship Type="http://schemas.openxmlformats.org/officeDocument/2006/relationships/slideLayout" Target="/ppt/slideLayouts/slideLayout5.xml" Id="R6981ce1ca4ef4d74" /><Relationship Type="http://schemas.openxmlformats.org/officeDocument/2006/relationships/slideLayout" Target="/ppt/slideLayouts/slideLayout6.xml" Id="R4fa89c9d80a745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6b47049fb14a9e"/>
    <p:sldLayoutId xmlns:r="http://schemas.openxmlformats.org/officeDocument/2006/relationships" id="2147483650" r:id="R76b0c59d321642fb"/>
    <p:sldLayoutId xmlns:r="http://schemas.openxmlformats.org/officeDocument/2006/relationships" id="2147483651" r:id="Re8032767f81e4f80"/>
    <p:sldLayoutId xmlns:r="http://schemas.openxmlformats.org/officeDocument/2006/relationships" id="2147483652" r:id="R588a25390ad1443e"/>
    <p:sldLayoutId xmlns:r="http://schemas.openxmlformats.org/officeDocument/2006/relationships" id="2147483653" r:id="R6981ce1ca4ef4d74"/>
    <p:sldLayoutId xmlns:r="http://schemas.openxmlformats.org/officeDocument/2006/relationships" id="2147483654" r:id="R4fa89c9d80a745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22c8ea31164e6b" /><Relationship Type="http://schemas.openxmlformats.org/officeDocument/2006/relationships/notesSlide" Target="/ppt/notesSlides/notesSlide1.xml" Id="Ra10d6c2a536142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4c851d33dc445f" /><Relationship Type="http://schemas.openxmlformats.org/officeDocument/2006/relationships/notesSlide" Target="/ppt/notesSlides/notesSlide2.xml" Id="R19ea17d704234f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961934765647fb" /><Relationship Type="http://schemas.openxmlformats.org/officeDocument/2006/relationships/notesSlide" Target="/ppt/notesSlides/notesSlide3.xml" Id="R28d9df8b76c44f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b8d7ef61d642e1" /><Relationship Type="http://schemas.openxmlformats.org/officeDocument/2006/relationships/image" Target="/ppt/media/image.png" Id="Rb6e9f70348fb4fe0" /><Relationship Type="http://schemas.openxmlformats.org/officeDocument/2006/relationships/notesSlide" Target="/ppt/notesSlides/notesSlide4.xml" Id="Rcfdfad5a4f954e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b4d000aff54859" /><Relationship Type="http://schemas.openxmlformats.org/officeDocument/2006/relationships/image" Target="/ppt/media/image2.png" Id="Rf0f02daa4e764e38" /><Relationship Type="http://schemas.openxmlformats.org/officeDocument/2006/relationships/notesSlide" Target="/ppt/notesSlides/notesSlide5.xml" Id="R38129122069d4e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4405c598ec45fd" /><Relationship Type="http://schemas.openxmlformats.org/officeDocument/2006/relationships/notesSlide" Target="/ppt/notesSlides/notesSlide6.xml" Id="Ra9022d4aec5c40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7dec7b811d4fb1" /><Relationship Type="http://schemas.openxmlformats.org/officeDocument/2006/relationships/notesSlide" Target="/ppt/notesSlides/notesSlide7.xml" Id="Ra0389fa115ff4d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2bbac39a4e47fe" /><Relationship Type="http://schemas.openxmlformats.org/officeDocument/2006/relationships/notesSlide" Target="/ppt/notesSlides/notesSlide8.xml" Id="Ra1d6186e6e6d46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35bfaa5af9434d" /><Relationship Type="http://schemas.openxmlformats.org/officeDocument/2006/relationships/notesSlide" Target="/ppt/notesSlides/notesSlide9.xml" Id="R8d04b4ae795649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0ff7bf1e344fcc" /><Relationship Type="http://schemas.openxmlformats.org/officeDocument/2006/relationships/notesSlide" Target="/ppt/notesSlides/notesSlide10.xml" Id="Rbaff2e4acd1046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2341BF-72B5-43BF-AD8E-C508EC9B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UrbanHeat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FD07E-3317-475C-AA20-49FE6B38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 Khor area study, Qatar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E7178B-B153-4EF8-A3C1-E769F0A6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indicators for urban-planning site visits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E11C8-7041-4CDD-B054-F295A8A5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 Al Zubarah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3C2EB-1661-4B64-86C7-D3EAD191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UAE Space Academy hackathon, 5 October 2026</a:t>
            </a:r>
          </a:p>
        </p:txBody>
      </p:sp>
    </p:spTree>
    <p:extLst>
      <p:ext uri="{BB962C8B-B14F-4D97-AF65-F5344CB8AC3E}">
        <p14:creationId xmlns:p14="http://schemas.microsoft.com/office/powerpoint/2010/main" val="14946494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BA2CE-E5B5-4B7D-BF77-60CDD6D9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Planning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58B023-1F65-4344-B310-56E8D78F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 planner needs a shortlist of places to inspect for shade or planting.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B0D851-7F4E-4977-AA0A-DE3BD9F0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map shows observed surface temperature, green signal and mapped buildings for each cell.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EBA082-4E19-41A3-A272-46DEFFB8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 site visit must establish pedestrian activity, existing shade, ownership and feasibility.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0F58E-D5F0-4F27-9D7D-ADDD417F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No user interview, measured time saving or cooling benefit is claimed.</a:t>
            </a:r>
          </a:p>
        </p:txBody>
      </p:sp>
    </p:spTree>
    <p:extLst>
      <p:ext uri="{BB962C8B-B14F-4D97-AF65-F5344CB8AC3E}">
        <p14:creationId xmlns:p14="http://schemas.microsoft.com/office/powerpoint/2010/main" val="10756672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3E1A1-0A6E-4A56-B116-140CD5B5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Open satellite data and mapped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550A39-4F36-4A92-AA20-BFD50CCD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Sentinel-2: green-pixel indicators from 5, 15 and 30 September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50D6A-ABC6-4A93-8DCB-679B84E7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Landsat: surface temperature from 14 and 30 September. The 6 September scene fails coverage QA.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D4D6E-0069-4345-8475-FAF7184B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WorldCover 2021: historical land-cover context. OpenStreetMap: contributed building footprints downloaded 5 October.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846B23-251F-4F6F-8E18-A8070035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Thermal native detail is about 100 m, delivered on a 30 m grid. We report 300 m cells.</a:t>
            </a:r>
          </a:p>
        </p:txBody>
      </p:sp>
    </p:spTree>
    <p:extLst>
      <p:ext uri="{BB962C8B-B14F-4D97-AF65-F5344CB8AC3E}">
        <p14:creationId xmlns:p14="http://schemas.microsoft.com/office/powerpoint/2010/main" val="11767896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3701E0-1170-4032-B1CA-E88A1FA9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Al Khor study window and shortlist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9f70348fb4fe0"/>
          <a:stretch xmlns:a="http://schemas.openxmlformats.org/drawingml/2006/main"/>
        </p:blipFill>
        <p:spPr>
          <a:xfrm xmlns:a="http://schemas.openxmlformats.org/drawingml/2006/main">
            <a:off x="609600" y="1415415"/>
            <a:ext cx="10972800" cy="438912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9A37DA-DAC3-461D-AE5A-4B231071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1,111 observed cells and 373 screened urban candidates. Analyst-defined window, approximately 116 km².</a:t>
            </a:r>
          </a:p>
        </p:txBody>
      </p:sp>
    </p:spTree>
    <p:extLst>
      <p:ext uri="{BB962C8B-B14F-4D97-AF65-F5344CB8AC3E}">
        <p14:creationId xmlns:p14="http://schemas.microsoft.com/office/powerpoint/2010/main" val="7113460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48779-BD3D-47C8-BEEB-E49AA770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Matched surface-temperature observations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02daa4e764e38"/>
          <a:stretch xmlns:a="http://schemas.openxmlformats.org/drawingml/2006/main"/>
        </p:blipFill>
        <p:spPr>
          <a:xfrm xmlns:a="http://schemas.openxmlformats.org/drawingml/2006/main">
            <a:off x="695325" y="1295400"/>
            <a:ext cx="10801350" cy="4629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816CD5-1B5A-4181-B7BD-36038F6A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94.4379 km² of common inland sample footprints across the broad study window.</a:t>
            </a:r>
          </a:p>
        </p:txBody>
      </p:sp>
    </p:spTree>
    <p:extLst>
      <p:ext uri="{BB962C8B-B14F-4D97-AF65-F5344CB8AC3E}">
        <p14:creationId xmlns:p14="http://schemas.microsoft.com/office/powerpoint/2010/main" val="2496867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8689F-AD49-4D28-A23D-420BE81C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Leading candidates change with the settings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095500"/>
                <a:gridCol w="1905000"/>
                <a:gridCol w="2286000"/>
                <a:gridCol w="268605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Candidate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Surface °C*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Green %*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Buildings %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Rank range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1-14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V28-17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1-23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50.2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2.9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2-34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AA67F-2C90-46FF-9620-C5D4031B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Score: 50% temperature percentile, 30% inverse green percentile, 20% mapped-building percentile.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D7E2D-850E-4790-8176-BEEFBE80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Thirteen sensitivity settings show no uniquely verified best intervention site.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89B88A-E19B-4637-B4D3-D74E3724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*Means of date-level cell summaries. Rank ranges are scenario ranges, not confidence intervals.</a:t>
            </a:r>
          </a:p>
        </p:txBody>
      </p:sp>
    </p:spTree>
    <p:extLst>
      <p:ext uri="{BB962C8B-B14F-4D97-AF65-F5344CB8AC3E}">
        <p14:creationId xmlns:p14="http://schemas.microsoft.com/office/powerpoint/2010/main" val="8246669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71F42-82C0-4E5B-B6DA-4629E8FA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Reproducibility and reference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CD7EAF-2CAA-44CF-ACAE-E0F35A5D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package includes 35 hashed input files, source metadata and pinned Python 3.12 dependencies.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12F65E-6D9F-4DFA-A340-7F65FBC6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Clean GitHub execution passed through a normal Jupyter kernel: five cells, zero errors and all 35 input hashes verified.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4D64E-9494-4A78-B3D7-89CA9597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Grass reference agreement: 24/25. Building green-rule agreement: 0/30. Coastal points retained in thermal support: 0/30.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85701-F656-49F9-93D2-D80A0F1D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Contributed reference labels have conflicts. Human confirmation and independent thermal validation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13855863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25826-8DE6-4392-A427-831EC446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Prototype scope and next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0E8E5-13AA-47E5-8FEA-5462B4B3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current prototype combines satellite indicators with contributed geometry and an upstream ML-derived land-cover product.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C1F6C0-A516-459A-AF99-78110774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Our proposed VHR AI segmentation, paved-surface mapping and urban-expansion measurement remain future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B42D8C-1116-4BE9-93CC-F516F079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Next: confirm the boundary and references, inspect candidate sites and assess suitable VHR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2F9214-FA0C-44F1-9041-1EE78A4D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We have not established health risk, causal cooling, current shade coverage or long-term warming.</a:t>
            </a:r>
          </a:p>
        </p:txBody>
      </p:sp>
    </p:spTree>
    <p:extLst>
      <p:ext uri="{BB962C8B-B14F-4D97-AF65-F5344CB8AC3E}">
        <p14:creationId xmlns:p14="http://schemas.microsoft.com/office/powerpoint/2010/main" val="10519727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9CB73-0CF1-4EB8-876E-78EB09ED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Team and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220B10-8D1D-448C-B451-13E9245F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Nasser Alhuri: registered team leader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38501-AF9D-40F8-A2F3-973052AC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Abdulrahman Almohannadi, Mohammed Almarri, Majed Alkuwari and Ali Alkubaisi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E93F38-C7A1-46E4-867B-73B47DEB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Actual contributions and other roles await team confirmation.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D1B9-B4C0-4437-9277-E9456EE4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Before submission: complete registrations, confirm judge access and deadline, then approve the final package.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3B712-EF18-4D3A-8D99-1ED49EEF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Code and writing were developed with AI assistance and require team review and ownership.</a:t>
            </a:r>
          </a:p>
        </p:txBody>
      </p:sp>
    </p:spTree>
    <p:extLst>
      <p:ext uri="{BB962C8B-B14F-4D97-AF65-F5344CB8AC3E}">
        <p14:creationId xmlns:p14="http://schemas.microsoft.com/office/powerpoint/2010/main" val="2266505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6C474-575F-4D1C-97BA-9256525D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Data attribution and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47672D-39AC-4950-82A0-52A02B75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Contains modified Copernicus Sentinel data (2026). Optical source: Element 84 Earth Search.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489D04-2378-41E6-B571-6D9FE2ED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 imagery courtesy of USGS. Collection 2 Level-2 surface temperature, doi:10.5066/P9OGBGM6.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12FDB-06EB-4044-98D0-CC1AC0A2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ESA WorldCover 2021 v200, Zanaga et al. (2022). CC BY 4.0, doi:10.5281/zenodo.7254220.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B40E3-0C06-4CF7-A683-079E2FED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© OpenStreetMap contributors. Building/reference geometry: ODbL 1.0. openstreetmap.org/copyright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3E988-A4AF-40F0-99DD-ACB7BB44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Full scene IDs, exact provenance, processing rules and limitations accompany the package. Original code: MIT.</a:t>
            </a:r>
          </a:p>
        </p:txBody>
      </p:sp>
    </p:spTree>
    <p:extLst>
      <p:ext uri="{BB962C8B-B14F-4D97-AF65-F5344CB8AC3E}">
        <p14:creationId xmlns:p14="http://schemas.microsoft.com/office/powerpoint/2010/main" val="499692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2026-10-05T05:58:15.4910000Z</dcterms:created>
  <dcterms:modified xsi:type="dcterms:W3CDTF">2026-10-05T05:58:15.4910000Z</dcterms:modified>
</coreProperties>
</file>