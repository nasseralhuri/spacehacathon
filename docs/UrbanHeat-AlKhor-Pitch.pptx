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214d93e807545a1" /><Relationship Type="http://schemas.openxmlformats.org/officeDocument/2006/relationships/extended-properties" Target="/docProps/app.xml" Id="R8cce086114184267" /><Relationship Type="http://schemas.openxmlformats.org/officeDocument/2006/relationships/officeDocument" Target="/ppt/presentation.xml" Id="Rca70f22f23544c7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80ca79e434e4ded"/>
  </p:sldMasterIdLst>
  <p:notesMasterIdLst>
    <p:notesMasterId xmlns:r="http://schemas.openxmlformats.org/officeDocument/2006/relationships" r:id="Rc583a4e9a70440a7"/>
  </p:notesMasterIdLst>
  <p:sldIdLst>
    <p:sldId xmlns:r="http://schemas.openxmlformats.org/officeDocument/2006/relationships" id="256" r:id="R1f526fcc3cf040cf"/>
    <p:sldId xmlns:r="http://schemas.openxmlformats.org/officeDocument/2006/relationships" id="257" r:id="R19354e73806c4dac"/>
    <p:sldId xmlns:r="http://schemas.openxmlformats.org/officeDocument/2006/relationships" id="258" r:id="Rd05897d5d56f4035"/>
    <p:sldId xmlns:r="http://schemas.openxmlformats.org/officeDocument/2006/relationships" id="259" r:id="R3519f3cdacb246c5"/>
    <p:sldId xmlns:r="http://schemas.openxmlformats.org/officeDocument/2006/relationships" id="260" r:id="R98657c5e61414512"/>
    <p:sldId xmlns:r="http://schemas.openxmlformats.org/officeDocument/2006/relationships" id="261" r:id="R0f82b68dea1b4033"/>
    <p:sldId xmlns:r="http://schemas.openxmlformats.org/officeDocument/2006/relationships" id="262" r:id="R7ad0e5a3ac8543d0"/>
    <p:sldId xmlns:r="http://schemas.openxmlformats.org/officeDocument/2006/relationships" id="263" r:id="R810dfe4007ef4b32"/>
    <p:sldId xmlns:r="http://schemas.openxmlformats.org/officeDocument/2006/relationships" id="264" r:id="R87dcd1c41bfa4214"/>
    <p:sldId xmlns:r="http://schemas.openxmlformats.org/officeDocument/2006/relationships" id="265" r:id="R5149f4673a724f6b"/>
    <p:sldId xmlns:r="http://schemas.openxmlformats.org/officeDocument/2006/relationships" id="266" r:id="Rd17822387aff468f"/>
    <p:sldId xmlns:r="http://schemas.openxmlformats.org/officeDocument/2006/relationships" id="267" r:id="R0641597b7446428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87a7fc9bd8a4bd9" /><Relationship Type="http://schemas.openxmlformats.org/officeDocument/2006/relationships/slideMaster" Target="/ppt/slideMasters/slideMaster1.xml" Id="Re80ca79e434e4ded" /><Relationship Type="http://schemas.openxmlformats.org/officeDocument/2006/relationships/notesMaster" Target="/ppt/notesMasters/notesMaster1.xml" Id="Rc583a4e9a70440a7" /><Relationship Type="http://schemas.openxmlformats.org/officeDocument/2006/relationships/presProps" Target="/ppt/presProps.xml" Id="R376f16bd1128498e" /><Relationship Type="http://schemas.openxmlformats.org/officeDocument/2006/relationships/tableStyles" Target="/ppt/tableStyles.xml" Id="Rd2c0e7bedadc4236" /><Relationship Type="http://schemas.openxmlformats.org/officeDocument/2006/relationships/slide" Target="/ppt/slides/slide1.xml" Id="R1f526fcc3cf040cf" /><Relationship Type="http://schemas.openxmlformats.org/officeDocument/2006/relationships/slide" Target="/ppt/slides/slide2.xml" Id="R19354e73806c4dac" /><Relationship Type="http://schemas.openxmlformats.org/officeDocument/2006/relationships/slide" Target="/ppt/slides/slide3.xml" Id="Rd05897d5d56f4035" /><Relationship Type="http://schemas.openxmlformats.org/officeDocument/2006/relationships/slide" Target="/ppt/slides/slide4.xml" Id="R3519f3cdacb246c5" /><Relationship Type="http://schemas.openxmlformats.org/officeDocument/2006/relationships/slide" Target="/ppt/slides/slide5.xml" Id="R98657c5e61414512" /><Relationship Type="http://schemas.openxmlformats.org/officeDocument/2006/relationships/slide" Target="/ppt/slides/slide6.xml" Id="R0f82b68dea1b4033" /><Relationship Type="http://schemas.openxmlformats.org/officeDocument/2006/relationships/slide" Target="/ppt/slides/slide7.xml" Id="R7ad0e5a3ac8543d0" /><Relationship Type="http://schemas.openxmlformats.org/officeDocument/2006/relationships/slide" Target="/ppt/slides/slide8.xml" Id="R810dfe4007ef4b32" /><Relationship Type="http://schemas.openxmlformats.org/officeDocument/2006/relationships/slide" Target="/ppt/slides/slide9.xml" Id="R87dcd1c41bfa4214" /><Relationship Type="http://schemas.openxmlformats.org/officeDocument/2006/relationships/slide" Target="/ppt/slides/slide10.xml" Id="R5149f4673a724f6b" /><Relationship Type="http://schemas.openxmlformats.org/officeDocument/2006/relationships/slide" Target="/ppt/slides/slide11.xml" Id="Rd17822387aff468f" /><Relationship Type="http://schemas.openxmlformats.org/officeDocument/2006/relationships/slide" Target="/ppt/slides/slide12.xml" Id="R0641597b7446428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c86f39e445c47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d06542590547ab" /><Relationship Type="http://schemas.openxmlformats.org/officeDocument/2006/relationships/notesMaster" Target="/ppt/notesMasters/notesMaster1.xml" Id="R237283a8fbe142a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6e9c4427824277" /><Relationship Type="http://schemas.openxmlformats.org/officeDocument/2006/relationships/notesMaster" Target="/ppt/notesMasters/notesMaster1.xml" Id="R8dc71e7ef3b84ab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58f909755ad4620" /><Relationship Type="http://schemas.openxmlformats.org/officeDocument/2006/relationships/notesMaster" Target="/ppt/notesMasters/notesMaster1.xml" Id="R4fbb9d541ccf497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e56047e17194432" /><Relationship Type="http://schemas.openxmlformats.org/officeDocument/2006/relationships/notesMaster" Target="/ppt/notesMasters/notesMaster1.xml" Id="Re84482a613a0404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0b823e5af54f3d" /><Relationship Type="http://schemas.openxmlformats.org/officeDocument/2006/relationships/notesMaster" Target="/ppt/notesMasters/notesMaster1.xml" Id="R67e25f8972bb43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8ec1fb13914634" /><Relationship Type="http://schemas.openxmlformats.org/officeDocument/2006/relationships/notesMaster" Target="/ppt/notesMasters/notesMaster1.xml" Id="R372a06918d094ec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8c64936ff64377" /><Relationship Type="http://schemas.openxmlformats.org/officeDocument/2006/relationships/notesMaster" Target="/ppt/notesMasters/notesMaster1.xml" Id="R96acc9ec2ba046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611f3316fe4ebd" /><Relationship Type="http://schemas.openxmlformats.org/officeDocument/2006/relationships/notesMaster" Target="/ppt/notesMasters/notesMaster1.xml" Id="R299ad590f07a4ac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0420fc6be7c4e28" /><Relationship Type="http://schemas.openxmlformats.org/officeDocument/2006/relationships/notesMaster" Target="/ppt/notesMasters/notesMaster1.xml" Id="R9122a8f0e77344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6f7466dc2474188" /><Relationship Type="http://schemas.openxmlformats.org/officeDocument/2006/relationships/notesMaster" Target="/ppt/notesMasters/notesMaster1.xml" Id="R1e0ef8084cbe43f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9b612860be74066" /><Relationship Type="http://schemas.openxmlformats.org/officeDocument/2006/relationships/notesMaster" Target="/ppt/notesMasters/notesMaster1.xml" Id="R32ba22a50e6746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4baffea029b450c" /><Relationship Type="http://schemas.openxmlformats.org/officeDocument/2006/relationships/notesMaster" Target="/ppt/notesMasters/notesMaster1.xml" Id="R00c9a2af093f497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problem and user need from README sections 1 and 2. No field interviews, exposure measurements or validated benefit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1, 2 and 8. The use case is proposed, not validated with users.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Editable workflow diagram. Methods are detailed in README section 4. Inputs are 35 hashed files; matching support is required for the two accepted thermal dates. Ranking is an investigation heuristic.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results/planning-map.png, results/planning-summary.json and aoi.geojson. WGS84 window 51.445-51.555 E, 25.635-25.730 N. Includes city, northern edge, Al Bayt Stadium and surrounding context. It is not an official administrative boundary. All source-image labels must remain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 Normal-kernel verification: https://github.com/NasserAlhuri/spaceHacathon/actions/runs/37269889977. Source commit 9781b95a46d86eb858ae9714ee53198ad22cfb6c. The executed notebook was retrieved from artifact 11328001190. All seven regenerated CSV tables match the supplied baseline byte for byte.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Proposed next-stage activities, not completed work. See README sections 1, 2 and 8. A planner partnership, field validation and suitable imagery are dependencies; no partner agreement or funded incubation is claimed.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Team responsibilities selected by Nasser on 5 October 2026. Nasser is the registered team leader. Assigned member checks remain pending; this slide does not record completed work. Submission requires final approval and evaluator access remains pending.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54f8f1d754b8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b65a212a87419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4fe4dde93a4aa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667e0917324c6e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c41b9799f6496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75aef48a5a49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6C83F314-1A4D-4D02-81D5-634D16BD6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67FBADD6-4158-4C74-9C39-C254FC5A16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61276EA-FB27-45B1-B775-39EF7089A7D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E1F0DC04-F2CB-4734-A176-BB2175638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FD6440A-F37E-4EC8-AA5C-6E476358D8B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90E94DCD-C850-4A7C-B2E7-6AE576E32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C43145C-0981-4FD0-8A44-F7B236CD5E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7CD96CD-2700-41B5-9342-5C3368F5EF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95AF0E9-3E76-4747-A37E-497F5BFE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84698F6-EB5A-45DF-BC72-D0529A8F3D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66D3FC5-3CAD-4983-A8DD-A48B2F2527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903D2FB-CEFB-43B3-9999-05D98C62807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3316CF2F-12AF-48DA-BDC8-1005520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721DA3B-08E8-462E-9B13-1D15101270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C11C8A0-67AB-4348-9EE0-755B8CDC79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45a32a0f8874fb6" /><Relationship Type="http://schemas.openxmlformats.org/officeDocument/2006/relationships/slideLayout" Target="/ppt/slideLayouts/slideLayout1.xml" Id="R6fa0ba1da8e74b4f" /><Relationship Type="http://schemas.openxmlformats.org/officeDocument/2006/relationships/slideLayout" Target="/ppt/slideLayouts/slideLayout2.xml" Id="R290a17db494c42c4" /><Relationship Type="http://schemas.openxmlformats.org/officeDocument/2006/relationships/slideLayout" Target="/ppt/slideLayouts/slideLayout3.xml" Id="Re1671ec289cf4bbc" /><Relationship Type="http://schemas.openxmlformats.org/officeDocument/2006/relationships/slideLayout" Target="/ppt/slideLayouts/slideLayout4.xml" Id="Ree9590e89ea84bea" /><Relationship Type="http://schemas.openxmlformats.org/officeDocument/2006/relationships/slideLayout" Target="/ppt/slideLayouts/slideLayout5.xml" Id="R05cf4cc4e4404ac3" /><Relationship Type="http://schemas.openxmlformats.org/officeDocument/2006/relationships/slideLayout" Target="/ppt/slideLayouts/slideLayout6.xml" Id="R2f0d121ca90b423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fa0ba1da8e74b4f"/>
    <p:sldLayoutId xmlns:r="http://schemas.openxmlformats.org/officeDocument/2006/relationships" id="2147483650" r:id="R290a17db494c42c4"/>
    <p:sldLayoutId xmlns:r="http://schemas.openxmlformats.org/officeDocument/2006/relationships" id="2147483651" r:id="Re1671ec289cf4bbc"/>
    <p:sldLayoutId xmlns:r="http://schemas.openxmlformats.org/officeDocument/2006/relationships" id="2147483652" r:id="Ree9590e89ea84bea"/>
    <p:sldLayoutId xmlns:r="http://schemas.openxmlformats.org/officeDocument/2006/relationships" id="2147483653" r:id="R05cf4cc4e4404ac3"/>
    <p:sldLayoutId xmlns:r="http://schemas.openxmlformats.org/officeDocument/2006/relationships" id="2147483654" r:id="R2f0d121ca90b423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e7a4aa0e3e447e" /><Relationship Type="http://schemas.openxmlformats.org/officeDocument/2006/relationships/notesSlide" Target="/ppt/notesSlides/notesSlide1.xml" Id="Rf1b5d6a39b2d45a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09ebd960514bd6" /><Relationship Type="http://schemas.openxmlformats.org/officeDocument/2006/relationships/notesSlide" Target="/ppt/notesSlides/notesSlide2.xml" Id="Ra9f058ead91341c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53c14bd1f14d73" /><Relationship Type="http://schemas.openxmlformats.org/officeDocument/2006/relationships/notesSlide" Target="/ppt/notesSlides/notesSlide3.xml" Id="Rb5d4695efab641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9e82f247ac44ed" /><Relationship Type="http://schemas.openxmlformats.org/officeDocument/2006/relationships/notesSlide" Target="/ppt/notesSlides/notesSlide4.xml" Id="Rf88039895eef428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bc3af4104142d1" /><Relationship Type="http://schemas.openxmlformats.org/officeDocument/2006/relationships/notesSlide" Target="/ppt/notesSlides/notesSlide5.xml" Id="R2d3b03ab8e454f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3448fcbb0c4eb9" /><Relationship Type="http://schemas.openxmlformats.org/officeDocument/2006/relationships/image" Target="/ppt/media/image.png" Id="Rea9ba0e8114e44ed" /><Relationship Type="http://schemas.openxmlformats.org/officeDocument/2006/relationships/notesSlide" Target="/ppt/notesSlides/notesSlide6.xml" Id="R37df852ad80a407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1276c8761842c8" /><Relationship Type="http://schemas.openxmlformats.org/officeDocument/2006/relationships/image" Target="/ppt/media/image2.png" Id="Rd0e2a96bb88e4083" /><Relationship Type="http://schemas.openxmlformats.org/officeDocument/2006/relationships/notesSlide" Target="/ppt/notesSlides/notesSlide7.xml" Id="Ra1759103f2d4482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e05768c5d6f4998" /><Relationship Type="http://schemas.openxmlformats.org/officeDocument/2006/relationships/notesSlide" Target="/ppt/notesSlides/notesSlide8.xml" Id="R632eb50f0d76420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1844164413494b" /><Relationship Type="http://schemas.openxmlformats.org/officeDocument/2006/relationships/notesSlide" Target="/ppt/notesSlides/notesSlide9.xml" Id="R069253123ea44ef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6ca7cb9cc441c1" /><Relationship Type="http://schemas.openxmlformats.org/officeDocument/2006/relationships/notesSlide" Target="/ppt/notesSlides/notesSlide10.xml" Id="R90020e658f614d1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a4f97f1be6416a" /><Relationship Type="http://schemas.openxmlformats.org/officeDocument/2006/relationships/notesSlide" Target="/ppt/notesSlides/notesSlide11.xml" Id="Rabc8e48eafec4b3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e001d33bd7548f3" /><Relationship Type="http://schemas.openxmlformats.org/officeDocument/2006/relationships/notesSlide" Target="/ppt/notesSlides/notesSlide12.xml" Id="R6f72f209c999462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C4380B-2D3C-429C-A4B3-3874A37F0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C6C8FD-4D97-4EBB-BCFE-4E09545C8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0F48B9-803B-4273-8B02-E46EA5F14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Theme: Urban Expansion, Land Use Change &amp; Heat Risk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147DD0-754F-4466-8431-843893E72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indicators for urban-planning site visits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B06FF0-E678-47D6-85FD-56BA6D946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Zubarah, Qatar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38A5F29-45B6-4B22-9B04-7BC814A5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October 2026</a:t>
            </a:r>
          </a:p>
        </p:txBody>
      </p:sp>
    </p:spTree>
    <p:extLst>
      <p:ext uri="{BB962C8B-B14F-4D97-AF65-F5344CB8AC3E}">
        <p14:creationId xmlns:p14="http://schemas.microsoft.com/office/powerpoint/2010/main" val="9189716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42E9A6E-1BFC-4A6F-BA9B-7DA7B4756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The planning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22E879-0DF5-40EF-8CB9-BC1167E10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Surface heating and limited greenery can help identify places that warrant a closer look.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56DB36-8746-4414-89D2-8FEE2AB1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Municipal planners need traceable evidence to organise field investigation before proposing interventions.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33C73F-E240-47C7-A4A5-4FEFC54E3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Pedestrians and outdoor users are the intended beneficiaries. Their exposure and needs have not been measured.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92454-73BB-4C6F-BD2F-BB4B0F020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prototype supports investigation; it does not establish heat-health risk.</a:t>
            </a:r>
          </a:p>
        </p:txBody>
      </p:sp>
    </p:spTree>
    <p:extLst>
      <p:ext uri="{BB962C8B-B14F-4D97-AF65-F5344CB8AC3E}">
        <p14:creationId xmlns:p14="http://schemas.microsoft.com/office/powerpoint/2010/main" val="11385292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CB4741-726A-431A-B8BE-0DE6CE6E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Planning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C4DD0-4FBC-42FC-8E7A-B167CF755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 planner needs a shortlist of places to inspect for shade or planting.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9A8AB-F412-45ED-ACAF-66808CEAE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map shows observed surface temperature, green signal and mapped buildings for each cell.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07BB14-1B93-4FE4-B4A6-7850C84DE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 site visit must establish pedestrian activity, existing shade,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C53E3A-9476-4F85-A1E8-E675CCDDC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No user interview, measured time saving or cooling benefit is claimed.</a:t>
            </a:r>
          </a:p>
        </p:txBody>
      </p:sp>
    </p:spTree>
    <p:extLst>
      <p:ext uri="{BB962C8B-B14F-4D97-AF65-F5344CB8AC3E}">
        <p14:creationId xmlns:p14="http://schemas.microsoft.com/office/powerpoint/2010/main" val="188403021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85394-0381-4E84-A1BC-31C66FA30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787BBD-C9C0-439E-8013-25422BFA7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8B1E9F-CAB5-401A-8B40-5421C993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7FDA68-B5F2-4407-8B2C-A57F0764E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51F024-6130-4189-BA6B-37964BCA3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29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No hyperspectral, 813 or proprietary VHR data are used.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82663A-BCDB-45A6-B0FA-8A4ECCC8B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6201307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17" name=""/>
          <p:cNvCxnSpPr>
            <a:stCxn xmlns:a="http://schemas.openxmlformats.org/drawingml/2006/main" id="8" idx="1"/>
            <a:endCxn xmlns:a="http://schemas.openxmlformats.org/drawingml/2006/main" id="10" idx="3"/>
          </p:cNvCxnSpPr>
          <p:nvPr/>
        </p:nvCxnSpPr>
        <p:spPr>
          <a:xfrm xmlns:a="http://schemas.openxmlformats.org/drawingml/2006/main" flipH="1">
            <a:off x="7667625" y="4714875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18" name=""/>
          <p:cNvCxnSpPr>
            <a:stCxn xmlns:a="http://schemas.openxmlformats.org/drawingml/2006/main" id="6" idx="2"/>
            <a:endCxn xmlns:a="http://schemas.openxmlformats.org/drawingml/2006/main" id="8" idx="0"/>
          </p:cNvCxnSpPr>
          <p:nvPr/>
        </p:nvCxnSpPr>
        <p:spPr>
          <a:xfrm xmlns:a="http://schemas.openxmlformats.org/drawingml/2006/main">
            <a:off x="10010775" y="3238500"/>
            <a:ext cx="0" cy="7143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19" name=""/>
          <p:cNvCxnSpPr>
            <a:stCxn xmlns:a="http://schemas.openxmlformats.org/drawingml/2006/main" id="4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7667625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cxnSp>
        <p:nvCxnSpPr>
          <p:cNvPr id="20" name=""/>
          <p:cNvCxnSpPr>
            <a:stCxn xmlns:a="http://schemas.openxmlformats.org/drawingml/2006/main" id="2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3752850" y="2476500"/>
            <a:ext cx="771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3D46"/>
            </a:solidFill>
            <a:tailEnd type="arrow" w="med" len="med"/>
          </a:ln>
        </p:spPr>
      </p:cxn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375B69-4F18-4E4D-89A2-7DB527A5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From source crops to an inspectable shortlist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87E326-D507-47DF-BDFE-AD92737B9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A88E80-7AF5-444E-82C1-751EA336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Packaged inputs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Satellite crops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mapped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7F2AF-DD1A-4910-9A5C-EDD316566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797D63-6BB0-46C6-9B5C-3173C9E72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Quality screening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Cloud, coast and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common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AB3953B-3BE7-4280-83CD-D0E31229C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714500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ABB012-1D88-455D-B863-6BDE76677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1914525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300 m indicators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Temperature, green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and buildings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05C9AC-A423-4BEE-A12F-6C450D857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BE8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7136AB-A26C-40A7-A3AE-31706D60A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0600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Relative ranking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Candidate rules</a:t>
            </a:r>
          </a:p>
          <a:p xmlns:a="http://schemas.openxmlformats.org/drawingml/2006/main">
            <a:pPr>
              <a:def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0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+ 13 scenarios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641B5-FF23-41F4-89C0-89CD8780A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314325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9E1"/>
          </a:solidFill>
          <a:ln xmlns:a="http://schemas.openxmlformats.org/drawingml/2006/main" w="9525">
            <a:solidFill>
              <a:srgbClr val="75908A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C27629-2523-40CB-8A87-E4ED447B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152900"/>
            <a:ext cx="28003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Portable map</a:t>
            </a:r>
          </a:p>
          <a:p xmlns:a="http://schemas.openxmlformats.org/drawingml/2006/main">
            <a:pPr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Inspect indicators</a:t>
            </a:r>
          </a:p>
          <a:p xmlns:a="http://schemas.openxmlformats.org/drawingml/2006/main">
            <a:pPr>
              <a:def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175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and visit candidates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F9A4EA-640C-445F-88C2-A729442F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Deterministic processing; upstream WorldCover uses ML. Our own segmentation model is future work.</a:t>
            </a:r>
          </a:p>
        </p:txBody>
      </p:sp>
    </p:spTree>
    <p:extLst>
      <p:ext uri="{BB962C8B-B14F-4D97-AF65-F5344CB8AC3E}">
        <p14:creationId xmlns:p14="http://schemas.microsoft.com/office/powerpoint/2010/main" val="19868208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D5B82B-6175-48B7-8B53-BE6FEDC9D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study window and shortlist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9ba0e8114e44ed"/>
          <a:stretch xmlns:a="http://schemas.openxmlformats.org/drawingml/2006/main"/>
        </p:blipFill>
        <p:spPr>
          <a:xfrm xmlns:a="http://schemas.openxmlformats.org/drawingml/2006/main">
            <a:off x="609600" y="1415415"/>
            <a:ext cx="10972800" cy="438912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65C82E-F42A-4AFF-9F0C-6BB2D355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1,111 observed cells and 373 screened urban candidates. Analyst-defined window, approximately 116 km².</a:t>
            </a:r>
          </a:p>
        </p:txBody>
      </p:sp>
    </p:spTree>
    <p:extLst>
      <p:ext uri="{BB962C8B-B14F-4D97-AF65-F5344CB8AC3E}">
        <p14:creationId xmlns:p14="http://schemas.microsoft.com/office/powerpoint/2010/main" val="155115509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780E31-7C66-4C12-AD25-487E40B3B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e2a96bb88e4083"/>
          <a:stretch xmlns:a="http://schemas.openxmlformats.org/drawingml/2006/main"/>
        </p:blipFill>
        <p:spPr>
          <a:xfrm xmlns:a="http://schemas.openxmlformats.org/drawingml/2006/main">
            <a:off x="695325" y="1295400"/>
            <a:ext cx="10801350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FF3F46-B56D-4C61-B38B-ECB6297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146563455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870632-A757-478B-9FA5-10FAF3421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Leading candidates change with the settings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Candidate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50.2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2.9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2-34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2122468-CE84-4790-86F4-0242EDA2C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Score: 50% temperature percentile, 30% inverse green percentile, 20% mapped-building percentile.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31D8EA-4759-43AB-BE24-45E00D51E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Thirteen sensitivity settings show no uniquely verified best intervention site.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E87962C-22AA-4D03-8694-B545C0613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Rank ranges are scenario ranges,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10605684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A8C7E8-47E6-4A26-AB97-0A2CBC33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EF39B-E617-4792-9118-3836701CD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2F0AC-5ABE-4EE3-BC0F-750F1F8C4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GitHub execution passed through a normal Jupyter kernel: five cells, zero errors and all 35 input hashes verified.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7FC9E2-62F9-4E62-BB95-CA48FA92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Grass reference agreement: 24/25. Building green-rule agreement: 0/30. Coastal points retained in thermal support: 0/30.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C631DC-6431-4F1F-88F1-01F01C548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17399955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AC5575-8B47-4837-BCE1-5360E8383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Potential impact and incubation next steps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9A283D-E81A-4C27-8383-EE26465B6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Proposed benefit: help planners inspect the evidence behind a shortlist before arranging field visits. No time saving or cooling benefit has been measured.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B4AE13-A5EA-4A95-AE7D-8B6818FD4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 pilot: confirm boundaries and reference labels, visit candidate sites and collect planner feedback.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1F9B66-2849-46D1-9C7A-427BD6C85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Incubation: assess suitable VHR data, implement and validate segmentation, then test shade and paving indicators.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77F620-4262-4520-A674-2CE4EA0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 current PoC does not measure urban expansion, health risk, causal cooling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146215315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2EFDBB-5A2B-4CA8-95D9-580DEF39A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responsibilities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3DE18-1EB9-4484-B2AF-939703EE5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team coordination and submission.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3405E-9F84-4AAB-BFBC-D83B92709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Almohannadi: check Al Khor locations against local knowledge.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4E8821-664A-4B46-B4D3-000DC8FB7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908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Mohammed Almarri: test the map and document issues.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8481E6-9679-437D-8E9B-93CDA5D7F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Majed Alkuwari: review slides and explain the limitations.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8F61C-907E-4050-90D4-949FF229B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10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Ali Alkubaisi: demonstrate the project and prepare judge questions.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37B568-62A5-4CFD-9BAC-18D5945A2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Members will complete their assigned checks before submission.</a:t>
            </a:r>
          </a:p>
        </p:txBody>
      </p:sp>
    </p:spTree>
    <p:extLst>
      <p:ext uri="{BB962C8B-B14F-4D97-AF65-F5344CB8AC3E}">
        <p14:creationId xmlns:p14="http://schemas.microsoft.com/office/powerpoint/2010/main" val="3269479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FC678B-F68F-466D-A9BC-51447DD08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204AB2-7D13-4BF7-B647-B2AEF52DB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Contains modified Copernicus Sentinel data (2026). Optical source: Element 84 Earth Search.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307E2E-D67D-4810-A26A-63DFE0534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 imagery courtesy of USGS. Collection 2 Level-2 surface temperature, doi:10.5066/P9OGBGM6.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51922-108A-4686-A8D0-CA022884E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ESA WorldCover 2021 v200, Zanaga et al. (2022). CC BY 4.0, doi:10.5281/zenodo.7254220.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969E63-5643-4E4C-A957-BC08157FD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© OpenStreetMap contributors. Building/reference geometry: ODbL 1.0. openstreetmap.org/copyright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DBD7B-0DB2-482F-9AF1-8CCE50BE7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Full scene IDs, exact provenance, processing rules and limitations accompany the package. Original code: MIT.</a:t>
            </a:r>
          </a:p>
        </p:txBody>
      </p:sp>
    </p:spTree>
    <p:extLst>
      <p:ext uri="{BB962C8B-B14F-4D97-AF65-F5344CB8AC3E}">
        <p14:creationId xmlns:p14="http://schemas.microsoft.com/office/powerpoint/2010/main" val="181964859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2026-10-05T06:37:49.8640000Z</dcterms:created>
  <dcterms:modified xsi:type="dcterms:W3CDTF">2026-10-05T06:37:49.8640000Z</dcterms:modified>
</coreProperties>
</file>